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783080"/>
            <a:ext cx="8778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The Future of AI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074920"/>
            <a:ext cx="8778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The Future of AI 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6152" y="1097280"/>
            <a:ext cx="1828800" cy="365760"/>
          </a:xfrm>
          <a:prstGeom prst="roundRect">
            <a:avLst/>
          </a:prstGeom>
          <a:solidFill>
            <a:srgbClr val="5A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ANTIGRAVITY INC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6152" y="4800600"/>
            <a:ext cx="1216152" cy="36576"/>
          </a:xfrm>
          <a:prstGeom prst="rect">
            <a:avLst/>
          </a:prstGeom>
          <a:solidFill>
            <a:srgbClr val="5A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A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