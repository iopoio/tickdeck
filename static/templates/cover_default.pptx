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3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16152" y="1783080"/>
            <a:ext cx="8778240" cy="2880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6200">
                <a:solidFill>
                  <a:srgbClr val="FFFFFF"/>
                </a:solidFill>
              </a:defRPr>
            </a:pPr>
            <a:r>
              <a:t>HEADLINE PLACEHOLDER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16152" y="5074920"/>
            <a:ext cx="8778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BBBBB"/>
                </a:solidFill>
              </a:defRPr>
            </a:pPr>
            <a:r>
              <a:t>SUBHEADLINE PLACEHOLDER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16152" y="1097280"/>
            <a:ext cx="1828800" cy="365760"/>
          </a:xfrm>
          <a:prstGeom prst="roundRect">
            <a:avLst/>
          </a:prstGeom>
          <a:solidFill>
            <a:srgbClr val="5A9E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COMPANY NAME</a:t>
            </a:r>
          </a:p>
        </p:txBody>
      </p:sp>
      <p:sp>
        <p:nvSpPr>
          <p:cNvPr id="6" name="Rectangle 5"/>
          <p:cNvSpPr/>
          <p:nvPr/>
        </p:nvSpPr>
        <p:spPr>
          <a:xfrm>
            <a:off x="1216152" y="4800600"/>
            <a:ext cx="1216152" cy="36576"/>
          </a:xfrm>
          <a:prstGeom prst="rect">
            <a:avLst/>
          </a:prstGeom>
          <a:solidFill>
            <a:srgbClr val="5A9E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601200" y="5943600"/>
            <a:ext cx="1645920" cy="45720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LOGO AREA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5A9E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