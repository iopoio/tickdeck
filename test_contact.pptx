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2057400"/>
            <a:ext cx="975335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Antigravity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508" y="3556000"/>
            <a:ext cx="4876678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828754" y="3937000"/>
            <a:ext cx="4267093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EMAIL  </a:t>
            </a:r>
            <a:r>
              <a:rPr sz="1100">
                <a:solidFill>
                  <a:srgbClr val="C8C8C8"/>
                </a:solidFill>
              </a:rPr>
              <a:t>contact@antigravity.ai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047" y="3937000"/>
            <a:ext cx="4267093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PHONE  </a:t>
            </a:r>
            <a:r>
              <a:rPr sz="1100">
                <a:solidFill>
                  <a:srgbClr val="C8C8C8"/>
                </a:solidFill>
              </a:rPr>
              <a:t>02-1234-5678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4445000"/>
            <a:ext cx="4267093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ADDRESS  </a:t>
            </a:r>
            <a:r>
              <a:rPr sz="1100">
                <a:solidFill>
                  <a:srgbClr val="C8C8C8"/>
                </a:solidFill>
              </a:rPr>
              <a:t>서울특별시 강남구 테헤란로 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445000"/>
            <a:ext cx="4267093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WEBSITE  </a:t>
            </a:r>
            <a:r>
              <a:rPr sz="1100">
                <a:solidFill>
                  <a:srgbClr val="C8C8C8"/>
                </a:solidFill>
              </a:rPr>
              <a:t>https://antigravity.ai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2260"/>
            <a:ext cx="12191695" cy="2057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" y="6309360"/>
            <a:ext cx="487667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38A95"/>
                </a:solidFill>
              </a:defRPr>
            </a:pPr>
            <a:r>
              <a:t>© 2026 Antigravity AI.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940" y="6309360"/>
            <a:ext cx="14630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