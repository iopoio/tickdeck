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1371600"/>
            <a:ext cx="97533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성장을 위한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54" y="2870200"/>
            <a:ext cx="853418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38A95"/>
                </a:solidFill>
              </a:defRPr>
            </a:pPr>
            <a:r>
              <a:t>Antigravity와 함께 비즈니스 가치를 극대화하세요.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5337" y="3566160"/>
            <a:ext cx="3169840" cy="1645920"/>
          </a:xfrm>
          <a:prstGeom prst="roundRect">
            <a:avLst/>
          </a:prstGeom>
          <a:solidFill>
            <a:srgbClr val="0F1319"/>
          </a:solidFill>
          <a:ln w="6350">
            <a:solidFill>
              <a:srgbClr val="838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37" y="3756660"/>
            <a:ext cx="278884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37" y="4201160"/>
            <a:ext cx="2788840" cy="820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서비스 분석 및 전략 수립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0927" y="3566160"/>
            <a:ext cx="3169840" cy="1645920"/>
          </a:xfrm>
          <a:prstGeom prst="roundRect">
            <a:avLst/>
          </a:prstGeom>
          <a:solidFill>
            <a:srgbClr val="0F1319"/>
          </a:solidFill>
          <a:ln w="6350">
            <a:solidFill>
              <a:srgbClr val="838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1427" y="3756660"/>
            <a:ext cx="278884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1427" y="4201160"/>
            <a:ext cx="2788840" cy="820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데이터 기반 퍼포먼스 마케팅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517" y="3566160"/>
            <a:ext cx="3169840" cy="1645920"/>
          </a:xfrm>
          <a:prstGeom prst="roundRect">
            <a:avLst/>
          </a:prstGeom>
          <a:solidFill>
            <a:srgbClr val="0F1319"/>
          </a:solidFill>
          <a:ln w="6350">
            <a:solidFill>
              <a:srgbClr val="838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7017" y="3756660"/>
            <a:ext cx="278884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7017" y="4201160"/>
            <a:ext cx="2788840" cy="820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최종 결과 대시보드 리포팅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2260"/>
            <a:ext cx="12191695" cy="2057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667" y="6309360"/>
            <a:ext cx="487667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838A95"/>
                </a:solidFill>
              </a:defRPr>
            </a:pPr>
            <a:r>
              <a:t>© 2026 Antigravity AI. All Rights Reserved.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940" y="6309360"/>
            <a:ext cx="146300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